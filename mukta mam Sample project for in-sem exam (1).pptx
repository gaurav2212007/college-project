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56" r:id="rId3"/>
    <p:sldId id="288" r:id="rId4"/>
    <p:sldId id="290" r:id="rId5"/>
    <p:sldId id="291" r:id="rId6"/>
    <p:sldId id="292" r:id="rId7"/>
    <p:sldId id="29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rav Rathore" userId="1736393cdb4232b3" providerId="LiveId" clId="{D718ABA2-EC4A-47B8-B387-97AF10DD8577}"/>
    <pc:docChg chg="undo custSel modSld">
      <pc:chgData name="Gaurav Rathore" userId="1736393cdb4232b3" providerId="LiveId" clId="{D718ABA2-EC4A-47B8-B387-97AF10DD8577}" dt="2025-11-27T14:41:19.727" v="19" actId="1076"/>
      <pc:docMkLst>
        <pc:docMk/>
      </pc:docMkLst>
      <pc:sldChg chg="modSp mod">
        <pc:chgData name="Gaurav Rathore" userId="1736393cdb4232b3" providerId="LiveId" clId="{D718ABA2-EC4A-47B8-B387-97AF10DD8577}" dt="2025-11-27T14:41:19.727" v="19" actId="1076"/>
        <pc:sldMkLst>
          <pc:docMk/>
          <pc:sldMk cId="1134563135" sldId="256"/>
        </pc:sldMkLst>
        <pc:picChg chg="mod">
          <ac:chgData name="Gaurav Rathore" userId="1736393cdb4232b3" providerId="LiveId" clId="{D718ABA2-EC4A-47B8-B387-97AF10DD8577}" dt="2025-11-27T14:41:19.727" v="19" actId="1076"/>
          <ac:picMkLst>
            <pc:docMk/>
            <pc:sldMk cId="1134563135" sldId="256"/>
            <ac:picMk id="5" creationId="{79EE276B-B27D-2A94-ECFB-EA2A2D94E5E3}"/>
          </ac:picMkLst>
        </pc:picChg>
      </pc:sldChg>
      <pc:sldChg chg="modSp mod">
        <pc:chgData name="Gaurav Rathore" userId="1736393cdb4232b3" providerId="LiveId" clId="{D718ABA2-EC4A-47B8-B387-97AF10DD8577}" dt="2025-11-26T14:20:30.215" v="17" actId="14100"/>
        <pc:sldMkLst>
          <pc:docMk/>
          <pc:sldMk cId="1501622017" sldId="291"/>
        </pc:sldMkLst>
        <pc:picChg chg="mod">
          <ac:chgData name="Gaurav Rathore" userId="1736393cdb4232b3" providerId="LiveId" clId="{D718ABA2-EC4A-47B8-B387-97AF10DD8577}" dt="2025-11-26T14:20:03.825" v="11" actId="1076"/>
          <ac:picMkLst>
            <pc:docMk/>
            <pc:sldMk cId="1501622017" sldId="291"/>
            <ac:picMk id="3" creationId="{A43602C2-FAF6-8576-4D2B-9CA77EC330BC}"/>
          </ac:picMkLst>
        </pc:picChg>
        <pc:picChg chg="mod">
          <ac:chgData name="Gaurav Rathore" userId="1736393cdb4232b3" providerId="LiveId" clId="{D718ABA2-EC4A-47B8-B387-97AF10DD8577}" dt="2025-11-26T14:20:30.215" v="17" actId="14100"/>
          <ac:picMkLst>
            <pc:docMk/>
            <pc:sldMk cId="1501622017" sldId="291"/>
            <ac:picMk id="5" creationId="{6375F5FB-6214-AFD4-3CC3-39D95577A21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8984E-2074-8574-FE5C-E159AAF72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9A15AA-38A4-D16F-F308-22637C689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CCAA4-3433-B8A9-3209-7989A1043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4026E-2E3A-4D95-AF42-E5E3F521819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5B0CE-0007-F0C0-0302-600567BB2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F2E58-F09F-F372-6228-1C73C5E26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DE19A-99D9-46CB-BE2C-3CCCD495ED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61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2A1F-47D0-BA63-A16B-D1ED2C9CC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7EB72-014A-4785-891D-12BCFFE9B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37C26-F462-5BB1-E330-F18BFF6E3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4026E-2E3A-4D95-AF42-E5E3F521819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DBFB6-B160-FFE3-2E99-74B67BAFB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90020-CB37-6B67-0C0A-2667C9F75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DE19A-99D9-46CB-BE2C-3CCCD495ED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4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E96-802A-E905-28A0-9AC57ADDD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2D2E8-FBEC-8F09-508D-98B65AA2D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3F73D-C4CC-8675-9DD2-2930CEBBB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4026E-2E3A-4D95-AF42-E5E3F521819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62879-2783-8768-7946-49FA7E3E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03404-1031-2024-6628-D322106D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DE19A-99D9-46CB-BE2C-3CCCD495ED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910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95C5-8299-F1DA-6FCC-DF0F8E0DD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7C62B-71D0-4BE0-9DD7-F29E2ADDD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44EE82-AE80-2325-434C-58D00F91B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3C509-2493-FB66-0592-31E12F6DD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4026E-2E3A-4D95-AF42-E5E3F521819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860F3-3BFD-2083-E281-E43727835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6217A-F176-1F6F-D5BA-C4E759A04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DE19A-99D9-46CB-BE2C-3CCCD495ED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709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2FB3F-8B72-5AB9-418C-7F22BB819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15D3B-6500-13D2-191E-9075E11F9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0C225-A69D-4606-E97E-2FFB62689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D319F3-83E0-4548-760F-4758AA7F50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1535C6-66E6-0B14-4FAC-49646056DB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AD8FCE-99E4-E0CB-74A4-B26E7503F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4026E-2E3A-4D95-AF42-E5E3F521819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9A1C9A-D355-0029-5773-6821F83CC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7AC611-28E4-8EB0-366F-10EAB4613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DE19A-99D9-46CB-BE2C-3CCCD495ED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72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B0270-8FC2-E8ED-2213-53C5F2C81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783326-C0B2-16D2-8C14-A920470F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4026E-2E3A-4D95-AF42-E5E3F521819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59CAC-1D6C-8E62-7155-84865719B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8726B1-6765-C9FF-42DC-EF4B0F4A9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DE19A-99D9-46CB-BE2C-3CCCD495ED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369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41FAAA-CB2C-3384-B6EE-9DCF1CDDF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4026E-2E3A-4D95-AF42-E5E3F521819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9DAF7F-C697-49FF-174D-ED61A19C7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A3FD5-AE9D-2D96-ADE5-6E9CDAA22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DE19A-99D9-46CB-BE2C-3CCCD495ED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982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8F470-96A0-587E-6A0B-B2C3BD88D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BE45B-3463-EB3E-3824-7C80917B0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1CF84-CBDB-A9E1-4BF2-33F9B02E6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C28F90-DF46-422B-7F3A-ED62EED12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4026E-2E3A-4D95-AF42-E5E3F521819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821A6-5D6B-B537-7D81-47B42EBD4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A5E9C-A23A-D9D8-B33A-CB6F59306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DE19A-99D9-46CB-BE2C-3CCCD495ED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057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30E5-807B-6C5E-0CA6-EFE6411E3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75BA19-8B6A-9499-01FC-791DD8225A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E23EB-4ABE-829E-A719-7B8EE3902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EFF6C-62E4-B197-08B8-9B6037E7E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4026E-2E3A-4D95-AF42-E5E3F521819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694D7-4337-38EB-B294-5AC67723E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0A45C-0A82-41DD-932C-BAEA682F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DE19A-99D9-46CB-BE2C-3CCCD495ED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637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CD8E8-F356-404D-EF7B-4D0CA6A78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960F6-02D3-BB2C-26D3-B23BA3E9E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1479A-A1B9-1581-EDD8-5A175601E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4026E-2E3A-4D95-AF42-E5E3F521819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02EFD-D031-9EB0-983A-32A3287D2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018FB-3DE6-A94C-AA75-497DBD29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DE19A-99D9-46CB-BE2C-3CCCD495ED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002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0BF69B-2AD2-1B04-6901-CC90B71435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C29803-57BC-A2D2-1B69-00BA1F277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4C691-A2AF-50C0-6D6E-893E9D72A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4026E-2E3A-4D95-AF42-E5E3F521819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16E3F-8276-0AF1-5B8A-D8A9F7C7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B1D16-22F2-489C-4BCE-A1AFF2A75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DE19A-99D9-46CB-BE2C-3CCCD495ED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69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EF4D7B-CA89-C758-878E-BFD89BD9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BFF6E-246B-5BF6-8046-B0117152F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92C44-9743-5CF1-99B6-F77E17E391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4026E-2E3A-4D95-AF42-E5E3F5218198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BCFCF-4031-B1A2-60D3-0D2F8D111D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3F88D-F6BD-AF33-59B6-6A3358CDD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DE19A-99D9-46CB-BE2C-3CCCD495ED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2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350" y="2692491"/>
            <a:ext cx="8327300" cy="14730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F18E74-B5CB-4836-88D3-341BB5A76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671" y="218875"/>
            <a:ext cx="1311103" cy="38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56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EE276B-B27D-2A94-ECFB-EA2A2D94E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352" y="109450"/>
            <a:ext cx="8765009" cy="674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563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DA0221-D2A0-C5B3-3314-7E41352F76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83"/>
          <a:stretch>
            <a:fillRect/>
          </a:stretch>
        </p:blipFill>
        <p:spPr>
          <a:xfrm>
            <a:off x="-156934" y="1512065"/>
            <a:ext cx="12216595" cy="383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26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A717EC7-3EA0-8016-A5D8-34C1ADF334D7}"/>
              </a:ext>
            </a:extLst>
          </p:cNvPr>
          <p:cNvGrpSpPr/>
          <p:nvPr/>
        </p:nvGrpSpPr>
        <p:grpSpPr>
          <a:xfrm>
            <a:off x="788797" y="658258"/>
            <a:ext cx="10800948" cy="5541484"/>
            <a:chOff x="1163370" y="738130"/>
            <a:chExt cx="7000875" cy="329972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1C25FAD-8A7C-CD1E-301F-42448588D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3128"/>
            <a:stretch>
              <a:fillRect/>
            </a:stretch>
          </p:blipFill>
          <p:spPr>
            <a:xfrm>
              <a:off x="1163370" y="738130"/>
              <a:ext cx="7000875" cy="156387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FC0DEB7-FA91-F77E-2698-492303B635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8170" y="1894728"/>
              <a:ext cx="6696075" cy="21431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82317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42ADB-6FAD-6E9C-148E-B1FE21544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3602C2-FAF6-8576-4D2B-9CA77EC33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29739" y="-935666"/>
            <a:ext cx="8562166" cy="71344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75F5FB-6214-AFD4-3CC3-39D95577A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345" y="-935666"/>
            <a:ext cx="7460218" cy="763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622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DCA38-8741-71FE-C4CB-00D652A15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20E7AE-C38B-A60C-0535-501382179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907" y="0"/>
            <a:ext cx="8317964" cy="702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503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814B5-EB8A-5CD6-1549-FA4E61335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18DC2A-6239-478F-E17A-D85F8D7CC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46" y="3335816"/>
            <a:ext cx="11170173" cy="31421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12356C-15FF-8EC3-F526-5F789FA8883C}"/>
              </a:ext>
            </a:extLst>
          </p:cNvPr>
          <p:cNvSpPr txBox="1"/>
          <p:nvPr/>
        </p:nvSpPr>
        <p:spPr>
          <a:xfrm>
            <a:off x="815248" y="506776"/>
            <a:ext cx="1039992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/>
              <a:t>Project scalability/ future scope of project</a:t>
            </a:r>
            <a:endParaRPr lang="en-IN" sz="6600"/>
          </a:p>
        </p:txBody>
      </p:sp>
    </p:spTree>
    <p:extLst>
      <p:ext uri="{BB962C8B-B14F-4D97-AF65-F5344CB8AC3E}">
        <p14:creationId xmlns:p14="http://schemas.microsoft.com/office/powerpoint/2010/main" val="466256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mukta raut</dc:creator>
  <cp:lastModifiedBy>Gaurav Rathore</cp:lastModifiedBy>
  <cp:revision>1</cp:revision>
  <dcterms:created xsi:type="dcterms:W3CDTF">2025-10-17T04:47:58Z</dcterms:created>
  <dcterms:modified xsi:type="dcterms:W3CDTF">2025-11-28T00:00:09Z</dcterms:modified>
</cp:coreProperties>
</file>